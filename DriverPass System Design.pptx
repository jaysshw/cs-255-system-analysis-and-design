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63" r:id="rId3"/>
    <p:sldId id="257" r:id="rId4"/>
    <p:sldId id="258" r:id="rId5"/>
    <p:sldId id="259" r:id="rId6"/>
    <p:sldId id="264" r:id="rId7"/>
    <p:sldId id="260" r:id="rId8"/>
    <p:sldId id="261" r:id="rId9"/>
    <p:sldId id="26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01E163-D83D-4451-BF9D-F9615F8B5863}" v="4" dt="2026-04-17T18:34:27.0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67337" autoAdjust="0"/>
  </p:normalViewPr>
  <p:slideViewPr>
    <p:cSldViewPr snapToGrid="0">
      <p:cViewPr varScale="1">
        <p:scale>
          <a:sx n="50" d="100"/>
          <a:sy n="50" d="100"/>
        </p:scale>
        <p:origin x="2094"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remiah Case" userId="bf67cdaa39ab51df" providerId="LiveId" clId="{0F4C650E-F422-42BE-A892-F5E1EFCA8CCC}"/>
    <pc:docChg chg="custSel addSld modSld sldOrd">
      <pc:chgData name="Jeremiah Case" userId="bf67cdaa39ab51df" providerId="LiveId" clId="{0F4C650E-F422-42BE-A892-F5E1EFCA8CCC}" dt="2026-04-16T15:48:48.070" v="418" actId="20577"/>
      <pc:docMkLst>
        <pc:docMk/>
      </pc:docMkLst>
      <pc:sldChg chg="modNotesTx">
        <pc:chgData name="Jeremiah Case" userId="bf67cdaa39ab51df" providerId="LiveId" clId="{0F4C650E-F422-42BE-A892-F5E1EFCA8CCC}" dt="2026-04-16T15:41:01.620" v="3" actId="20577"/>
        <pc:sldMkLst>
          <pc:docMk/>
          <pc:sldMk cId="2502657043" sldId="256"/>
        </pc:sldMkLst>
      </pc:sldChg>
      <pc:sldChg chg="modNotesTx">
        <pc:chgData name="Jeremiah Case" userId="bf67cdaa39ab51df" providerId="LiveId" clId="{0F4C650E-F422-42BE-A892-F5E1EFCA8CCC}" dt="2026-04-16T15:42:06.109" v="5" actId="20577"/>
        <pc:sldMkLst>
          <pc:docMk/>
          <pc:sldMk cId="3694015553" sldId="258"/>
        </pc:sldMkLst>
      </pc:sldChg>
      <pc:sldChg chg="modSp mod modNotesTx">
        <pc:chgData name="Jeremiah Case" userId="bf67cdaa39ab51df" providerId="LiveId" clId="{0F4C650E-F422-42BE-A892-F5E1EFCA8CCC}" dt="2026-04-16T15:43:04.653" v="8" actId="20577"/>
        <pc:sldMkLst>
          <pc:docMk/>
          <pc:sldMk cId="3645991392" sldId="262"/>
        </pc:sldMkLst>
        <pc:spChg chg="mod">
          <ac:chgData name="Jeremiah Case" userId="bf67cdaa39ab51df" providerId="LiveId" clId="{0F4C650E-F422-42BE-A892-F5E1EFCA8CCC}" dt="2026-04-16T15:43:04.653" v="8" actId="20577"/>
          <ac:spMkLst>
            <pc:docMk/>
            <pc:sldMk cId="3645991392" sldId="262"/>
            <ac:spMk id="3" creationId="{76C4C0B1-09F4-CA88-3216-7F4D0E79D283}"/>
          </ac:spMkLst>
        </pc:spChg>
      </pc:sldChg>
      <pc:sldChg chg="modSp mod">
        <pc:chgData name="Jeremiah Case" userId="bf67cdaa39ab51df" providerId="LiveId" clId="{0F4C650E-F422-42BE-A892-F5E1EFCA8CCC}" dt="2026-04-16T15:42:28.741" v="6" actId="20577"/>
        <pc:sldMkLst>
          <pc:docMk/>
          <pc:sldMk cId="466686236" sldId="263"/>
        </pc:sldMkLst>
        <pc:graphicFrameChg chg="modGraphic">
          <ac:chgData name="Jeremiah Case" userId="bf67cdaa39ab51df" providerId="LiveId" clId="{0F4C650E-F422-42BE-A892-F5E1EFCA8CCC}" dt="2026-04-16T15:42:28.741" v="6" actId="20577"/>
          <ac:graphicFrameMkLst>
            <pc:docMk/>
            <pc:sldMk cId="466686236" sldId="263"/>
            <ac:graphicFrameMk id="5" creationId="{76262D9D-62ED-A3F3-ADF6-BDB92EB51B71}"/>
          </ac:graphicFrameMkLst>
        </pc:graphicFrameChg>
      </pc:sldChg>
      <pc:sldChg chg="addSp delSp modSp new mod ord setBg modNotesTx">
        <pc:chgData name="Jeremiah Case" userId="bf67cdaa39ab51df" providerId="LiveId" clId="{0F4C650E-F422-42BE-A892-F5E1EFCA8CCC}" dt="2026-04-16T15:48:48.070" v="418" actId="20577"/>
        <pc:sldMkLst>
          <pc:docMk/>
          <pc:sldMk cId="3993863962" sldId="264"/>
        </pc:sldMkLst>
        <pc:spChg chg="mod">
          <ac:chgData name="Jeremiah Case" userId="bf67cdaa39ab51df" providerId="LiveId" clId="{0F4C650E-F422-42BE-A892-F5E1EFCA8CCC}" dt="2026-04-16T15:47:13.527" v="413" actId="26606"/>
          <ac:spMkLst>
            <pc:docMk/>
            <pc:sldMk cId="3993863962" sldId="264"/>
            <ac:spMk id="2" creationId="{82E6E515-5F06-87F0-962D-AECEAAD1D0FF}"/>
          </ac:spMkLst>
        </pc:spChg>
        <pc:spChg chg="del">
          <ac:chgData name="Jeremiah Case" userId="bf67cdaa39ab51df" providerId="LiveId" clId="{0F4C650E-F422-42BE-A892-F5E1EFCA8CCC}" dt="2026-04-16T15:44:16.108" v="28"/>
          <ac:spMkLst>
            <pc:docMk/>
            <pc:sldMk cId="3993863962" sldId="264"/>
            <ac:spMk id="3" creationId="{F458A1DD-EFFB-F4AF-889B-9CA9EA236295}"/>
          </ac:spMkLst>
        </pc:spChg>
        <pc:spChg chg="add">
          <ac:chgData name="Jeremiah Case" userId="bf67cdaa39ab51df" providerId="LiveId" clId="{0F4C650E-F422-42BE-A892-F5E1EFCA8CCC}" dt="2026-04-16T15:47:13.527" v="413" actId="26606"/>
          <ac:spMkLst>
            <pc:docMk/>
            <pc:sldMk cId="3993863962" sldId="264"/>
            <ac:spMk id="9" creationId="{A8384FB5-9ADC-4DDC-881B-597D56F5B15D}"/>
          </ac:spMkLst>
        </pc:spChg>
        <pc:spChg chg="add">
          <ac:chgData name="Jeremiah Case" userId="bf67cdaa39ab51df" providerId="LiveId" clId="{0F4C650E-F422-42BE-A892-F5E1EFCA8CCC}" dt="2026-04-16T15:47:13.527" v="413" actId="26606"/>
          <ac:spMkLst>
            <pc:docMk/>
            <pc:sldMk cId="3993863962" sldId="264"/>
            <ac:spMk id="11" creationId="{91E5A9A7-95C6-4F4F-B00E-C82E07FE62EF}"/>
          </ac:spMkLst>
        </pc:spChg>
        <pc:spChg chg="add">
          <ac:chgData name="Jeremiah Case" userId="bf67cdaa39ab51df" providerId="LiveId" clId="{0F4C650E-F422-42BE-A892-F5E1EFCA8CCC}" dt="2026-04-16T15:47:13.527" v="413" actId="26606"/>
          <ac:spMkLst>
            <pc:docMk/>
            <pc:sldMk cId="3993863962" sldId="264"/>
            <ac:spMk id="13" creationId="{D07DD2DE-F619-49DD-B5E7-03A290FF4ED1}"/>
          </ac:spMkLst>
        </pc:spChg>
        <pc:spChg chg="add">
          <ac:chgData name="Jeremiah Case" userId="bf67cdaa39ab51df" providerId="LiveId" clId="{0F4C650E-F422-42BE-A892-F5E1EFCA8CCC}" dt="2026-04-16T15:47:13.527" v="413" actId="26606"/>
          <ac:spMkLst>
            <pc:docMk/>
            <pc:sldMk cId="3993863962" sldId="264"/>
            <ac:spMk id="15" creationId="{85149191-5F60-4A28-AAFF-039F96B0F3EC}"/>
          </ac:spMkLst>
        </pc:spChg>
        <pc:spChg chg="add">
          <ac:chgData name="Jeremiah Case" userId="bf67cdaa39ab51df" providerId="LiveId" clId="{0F4C650E-F422-42BE-A892-F5E1EFCA8CCC}" dt="2026-04-16T15:47:13.527" v="413" actId="26606"/>
          <ac:spMkLst>
            <pc:docMk/>
            <pc:sldMk cId="3993863962" sldId="264"/>
            <ac:spMk id="17" creationId="{F8260ED5-17F7-4158-B241-D51DD4CF1B7E}"/>
          </ac:spMkLst>
        </pc:spChg>
        <pc:picChg chg="add mod">
          <ac:chgData name="Jeremiah Case" userId="bf67cdaa39ab51df" providerId="LiveId" clId="{0F4C650E-F422-42BE-A892-F5E1EFCA8CCC}" dt="2026-04-16T15:47:13.527" v="413" actId="26606"/>
          <ac:picMkLst>
            <pc:docMk/>
            <pc:sldMk cId="3993863962" sldId="264"/>
            <ac:picMk id="4" creationId="{583ADEED-1B19-9742-8703-2E9C1B8D0216}"/>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29D316-E03C-4FD6-8E52-952200FF42CA}"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E1E9864B-E397-48C7-935F-AB87AE49A398}">
      <dgm:prSet/>
      <dgm:spPr/>
      <dgm:t>
        <a:bodyPr/>
        <a:lstStyle/>
        <a:p>
          <a:r>
            <a:rPr lang="en-US"/>
            <a:t>Online driver training system</a:t>
          </a:r>
        </a:p>
      </dgm:t>
    </dgm:pt>
    <dgm:pt modelId="{B6DBD056-164C-4C29-972E-74F7566E9A51}" type="parTrans" cxnId="{8FF32FF5-6E0C-40A3-A142-70D74C568247}">
      <dgm:prSet/>
      <dgm:spPr/>
      <dgm:t>
        <a:bodyPr/>
        <a:lstStyle/>
        <a:p>
          <a:endParaRPr lang="en-US"/>
        </a:p>
      </dgm:t>
    </dgm:pt>
    <dgm:pt modelId="{AD3B1141-CBDA-4E0A-9158-99182A353B76}" type="sibTrans" cxnId="{8FF32FF5-6E0C-40A3-A142-70D74C568247}">
      <dgm:prSet/>
      <dgm:spPr/>
      <dgm:t>
        <a:bodyPr/>
        <a:lstStyle/>
        <a:p>
          <a:endParaRPr lang="en-US"/>
        </a:p>
      </dgm:t>
    </dgm:pt>
    <dgm:pt modelId="{974FC891-0245-4AC3-9A2D-916DB847078C}">
      <dgm:prSet/>
      <dgm:spPr/>
      <dgm:t>
        <a:bodyPr/>
        <a:lstStyle/>
        <a:p>
          <a:r>
            <a:rPr lang="en-US"/>
            <a:t>Supports scheduling and learning</a:t>
          </a:r>
        </a:p>
      </dgm:t>
    </dgm:pt>
    <dgm:pt modelId="{D04D3429-1DF9-4C8F-8E04-A1DFA2415534}" type="parTrans" cxnId="{7426DCB7-29D6-49DF-9885-9760EF2E3A0A}">
      <dgm:prSet/>
      <dgm:spPr/>
      <dgm:t>
        <a:bodyPr/>
        <a:lstStyle/>
        <a:p>
          <a:endParaRPr lang="en-US"/>
        </a:p>
      </dgm:t>
    </dgm:pt>
    <dgm:pt modelId="{957A5314-8354-4A89-91C6-83D2000AFADB}" type="sibTrans" cxnId="{7426DCB7-29D6-49DF-9885-9760EF2E3A0A}">
      <dgm:prSet/>
      <dgm:spPr/>
      <dgm:t>
        <a:bodyPr/>
        <a:lstStyle/>
        <a:p>
          <a:endParaRPr lang="en-US"/>
        </a:p>
      </dgm:t>
    </dgm:pt>
    <dgm:pt modelId="{C325426A-9AC8-46E4-9EB5-1048B410266F}">
      <dgm:prSet/>
      <dgm:spPr/>
      <dgm:t>
        <a:bodyPr/>
        <a:lstStyle/>
        <a:p>
          <a:r>
            <a:rPr lang="en-US"/>
            <a:t>Accessible from web and mobile</a:t>
          </a:r>
        </a:p>
      </dgm:t>
    </dgm:pt>
    <dgm:pt modelId="{B9CD704F-BA55-406B-8364-5F45CF896340}" type="parTrans" cxnId="{DA43DB3A-C001-473E-B074-F3490A135036}">
      <dgm:prSet/>
      <dgm:spPr/>
      <dgm:t>
        <a:bodyPr/>
        <a:lstStyle/>
        <a:p>
          <a:endParaRPr lang="en-US"/>
        </a:p>
      </dgm:t>
    </dgm:pt>
    <dgm:pt modelId="{61EDEE82-A08E-495A-9237-CC0F0F31B886}" type="sibTrans" cxnId="{DA43DB3A-C001-473E-B074-F3490A135036}">
      <dgm:prSet/>
      <dgm:spPr/>
      <dgm:t>
        <a:bodyPr/>
        <a:lstStyle/>
        <a:p>
          <a:endParaRPr lang="en-US"/>
        </a:p>
      </dgm:t>
    </dgm:pt>
    <dgm:pt modelId="{8F07CC9E-8D2A-47A8-86AF-C83A0B9CB67E}">
      <dgm:prSet/>
      <dgm:spPr/>
      <dgm:t>
        <a:bodyPr/>
        <a:lstStyle/>
        <a:p>
          <a:r>
            <a:rPr lang="en-US" dirty="0"/>
            <a:t>Designed for customers and staff</a:t>
          </a:r>
        </a:p>
      </dgm:t>
    </dgm:pt>
    <dgm:pt modelId="{3949F605-DE49-418A-9494-5407AD364968}" type="parTrans" cxnId="{00C7EE7D-26D8-4246-B79E-36A363DD3221}">
      <dgm:prSet/>
      <dgm:spPr/>
      <dgm:t>
        <a:bodyPr/>
        <a:lstStyle/>
        <a:p>
          <a:endParaRPr lang="en-US"/>
        </a:p>
      </dgm:t>
    </dgm:pt>
    <dgm:pt modelId="{D909B4BC-2C3B-401E-ACAD-79A372DCED09}" type="sibTrans" cxnId="{00C7EE7D-26D8-4246-B79E-36A363DD3221}">
      <dgm:prSet/>
      <dgm:spPr/>
      <dgm:t>
        <a:bodyPr/>
        <a:lstStyle/>
        <a:p>
          <a:endParaRPr lang="en-US"/>
        </a:p>
      </dgm:t>
    </dgm:pt>
    <dgm:pt modelId="{40E5416D-856A-450A-BFBA-D89EE9D5BEC8}" type="pres">
      <dgm:prSet presAssocID="{C129D316-E03C-4FD6-8E52-952200FF42CA}" presName="root" presStyleCnt="0">
        <dgm:presLayoutVars>
          <dgm:dir/>
          <dgm:resizeHandles val="exact"/>
        </dgm:presLayoutVars>
      </dgm:prSet>
      <dgm:spPr/>
    </dgm:pt>
    <dgm:pt modelId="{9564FBDD-C0E4-494D-B37B-0756FB8BDA56}" type="pres">
      <dgm:prSet presAssocID="{E1E9864B-E397-48C7-935F-AB87AE49A398}" presName="compNode" presStyleCnt="0"/>
      <dgm:spPr/>
    </dgm:pt>
    <dgm:pt modelId="{A6C25CD7-EA27-4463-AB31-6B12098B3A92}" type="pres">
      <dgm:prSet presAssocID="{E1E9864B-E397-48C7-935F-AB87AE49A398}"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Laptop"/>
        </a:ext>
      </dgm:extLst>
    </dgm:pt>
    <dgm:pt modelId="{EAC518C0-134A-4774-8FE5-983B523748CD}" type="pres">
      <dgm:prSet presAssocID="{E1E9864B-E397-48C7-935F-AB87AE49A398}" presName="spaceRect" presStyleCnt="0"/>
      <dgm:spPr/>
    </dgm:pt>
    <dgm:pt modelId="{81EF580C-A7AC-46A4-BEB2-F37C81E84E82}" type="pres">
      <dgm:prSet presAssocID="{E1E9864B-E397-48C7-935F-AB87AE49A398}" presName="textRect" presStyleLbl="revTx" presStyleIdx="0" presStyleCnt="4">
        <dgm:presLayoutVars>
          <dgm:chMax val="1"/>
          <dgm:chPref val="1"/>
        </dgm:presLayoutVars>
      </dgm:prSet>
      <dgm:spPr/>
    </dgm:pt>
    <dgm:pt modelId="{F49F966B-C213-400D-A986-DAA204B33F78}" type="pres">
      <dgm:prSet presAssocID="{AD3B1141-CBDA-4E0A-9158-99182A353B76}" presName="sibTrans" presStyleCnt="0"/>
      <dgm:spPr/>
    </dgm:pt>
    <dgm:pt modelId="{04695F26-62BE-4738-B597-51983E07691E}" type="pres">
      <dgm:prSet presAssocID="{974FC891-0245-4AC3-9A2D-916DB847078C}" presName="compNode" presStyleCnt="0"/>
      <dgm:spPr/>
    </dgm:pt>
    <dgm:pt modelId="{705F6E1E-9540-4418-B4CA-BBA2C4134B9A}" type="pres">
      <dgm:prSet presAssocID="{974FC891-0245-4AC3-9A2D-916DB847078C}"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eacher"/>
        </a:ext>
      </dgm:extLst>
    </dgm:pt>
    <dgm:pt modelId="{86472DC4-7993-4CD5-8A29-3163EEFB07AA}" type="pres">
      <dgm:prSet presAssocID="{974FC891-0245-4AC3-9A2D-916DB847078C}" presName="spaceRect" presStyleCnt="0"/>
      <dgm:spPr/>
    </dgm:pt>
    <dgm:pt modelId="{0A3F367C-233D-4394-AF0A-4E8791A628CA}" type="pres">
      <dgm:prSet presAssocID="{974FC891-0245-4AC3-9A2D-916DB847078C}" presName="textRect" presStyleLbl="revTx" presStyleIdx="1" presStyleCnt="4">
        <dgm:presLayoutVars>
          <dgm:chMax val="1"/>
          <dgm:chPref val="1"/>
        </dgm:presLayoutVars>
      </dgm:prSet>
      <dgm:spPr/>
    </dgm:pt>
    <dgm:pt modelId="{E5C4A3E2-49ED-4DEA-AE89-0F5C6B173F27}" type="pres">
      <dgm:prSet presAssocID="{957A5314-8354-4A89-91C6-83D2000AFADB}" presName="sibTrans" presStyleCnt="0"/>
      <dgm:spPr/>
    </dgm:pt>
    <dgm:pt modelId="{4EA8DCD9-F417-4B69-AF0C-86BBA6B4E4A4}" type="pres">
      <dgm:prSet presAssocID="{C325426A-9AC8-46E4-9EB5-1048B410266F}" presName="compNode" presStyleCnt="0"/>
      <dgm:spPr/>
    </dgm:pt>
    <dgm:pt modelId="{D9DF2BAC-C45A-46B6-A988-A93ECB6EEB08}" type="pres">
      <dgm:prSet presAssocID="{C325426A-9AC8-46E4-9EB5-1048B410266F}"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mart Phone"/>
        </a:ext>
      </dgm:extLst>
    </dgm:pt>
    <dgm:pt modelId="{67C012AE-9743-4147-ADBA-E1BAD35703D7}" type="pres">
      <dgm:prSet presAssocID="{C325426A-9AC8-46E4-9EB5-1048B410266F}" presName="spaceRect" presStyleCnt="0"/>
      <dgm:spPr/>
    </dgm:pt>
    <dgm:pt modelId="{01706122-BD32-4483-8077-E97DAD0A0FD9}" type="pres">
      <dgm:prSet presAssocID="{C325426A-9AC8-46E4-9EB5-1048B410266F}" presName="textRect" presStyleLbl="revTx" presStyleIdx="2" presStyleCnt="4">
        <dgm:presLayoutVars>
          <dgm:chMax val="1"/>
          <dgm:chPref val="1"/>
        </dgm:presLayoutVars>
      </dgm:prSet>
      <dgm:spPr/>
    </dgm:pt>
    <dgm:pt modelId="{610C1946-9F32-42DA-B486-0529C42A3CDC}" type="pres">
      <dgm:prSet presAssocID="{61EDEE82-A08E-495A-9237-CC0F0F31B886}" presName="sibTrans" presStyleCnt="0"/>
      <dgm:spPr/>
    </dgm:pt>
    <dgm:pt modelId="{DF92B45C-7349-4E43-B7D7-6B3C8B32B71B}" type="pres">
      <dgm:prSet presAssocID="{8F07CC9E-8D2A-47A8-86AF-C83A0B9CB67E}" presName="compNode" presStyleCnt="0"/>
      <dgm:spPr/>
    </dgm:pt>
    <dgm:pt modelId="{13CCE3C1-7425-47BD-B320-386FDDBAAD97}" type="pres">
      <dgm:prSet presAssocID="{8F07CC9E-8D2A-47A8-86AF-C83A0B9CB67E}"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s"/>
        </a:ext>
      </dgm:extLst>
    </dgm:pt>
    <dgm:pt modelId="{357C3779-33E9-41B2-B3EF-F4066CE1D18B}" type="pres">
      <dgm:prSet presAssocID="{8F07CC9E-8D2A-47A8-86AF-C83A0B9CB67E}" presName="spaceRect" presStyleCnt="0"/>
      <dgm:spPr/>
    </dgm:pt>
    <dgm:pt modelId="{33668049-E6F1-457A-BEBA-CB30492D0C74}" type="pres">
      <dgm:prSet presAssocID="{8F07CC9E-8D2A-47A8-86AF-C83A0B9CB67E}" presName="textRect" presStyleLbl="revTx" presStyleIdx="3" presStyleCnt="4">
        <dgm:presLayoutVars>
          <dgm:chMax val="1"/>
          <dgm:chPref val="1"/>
        </dgm:presLayoutVars>
      </dgm:prSet>
      <dgm:spPr/>
    </dgm:pt>
  </dgm:ptLst>
  <dgm:cxnLst>
    <dgm:cxn modelId="{D0A3592A-A9FB-42C7-96F4-9C8E55E1A601}" type="presOf" srcId="{C129D316-E03C-4FD6-8E52-952200FF42CA}" destId="{40E5416D-856A-450A-BFBA-D89EE9D5BEC8}" srcOrd="0" destOrd="0" presId="urn:microsoft.com/office/officeart/2018/2/layout/IconLabelList"/>
    <dgm:cxn modelId="{DA43DB3A-C001-473E-B074-F3490A135036}" srcId="{C129D316-E03C-4FD6-8E52-952200FF42CA}" destId="{C325426A-9AC8-46E4-9EB5-1048B410266F}" srcOrd="2" destOrd="0" parTransId="{B9CD704F-BA55-406B-8364-5F45CF896340}" sibTransId="{61EDEE82-A08E-495A-9237-CC0F0F31B886}"/>
    <dgm:cxn modelId="{089E3D6C-F372-4139-9C1C-A15F77D0F7CC}" type="presOf" srcId="{E1E9864B-E397-48C7-935F-AB87AE49A398}" destId="{81EF580C-A7AC-46A4-BEB2-F37C81E84E82}" srcOrd="0" destOrd="0" presId="urn:microsoft.com/office/officeart/2018/2/layout/IconLabelList"/>
    <dgm:cxn modelId="{00C7EE7D-26D8-4246-B79E-36A363DD3221}" srcId="{C129D316-E03C-4FD6-8E52-952200FF42CA}" destId="{8F07CC9E-8D2A-47A8-86AF-C83A0B9CB67E}" srcOrd="3" destOrd="0" parTransId="{3949F605-DE49-418A-9494-5407AD364968}" sibTransId="{D909B4BC-2C3B-401E-ACAD-79A372DCED09}"/>
    <dgm:cxn modelId="{936F06A4-64E4-4B2F-B81F-C3EF8D46FA13}" type="presOf" srcId="{974FC891-0245-4AC3-9A2D-916DB847078C}" destId="{0A3F367C-233D-4394-AF0A-4E8791A628CA}" srcOrd="0" destOrd="0" presId="urn:microsoft.com/office/officeart/2018/2/layout/IconLabelList"/>
    <dgm:cxn modelId="{7426DCB7-29D6-49DF-9885-9760EF2E3A0A}" srcId="{C129D316-E03C-4FD6-8E52-952200FF42CA}" destId="{974FC891-0245-4AC3-9A2D-916DB847078C}" srcOrd="1" destOrd="0" parTransId="{D04D3429-1DF9-4C8F-8E04-A1DFA2415534}" sibTransId="{957A5314-8354-4A89-91C6-83D2000AFADB}"/>
    <dgm:cxn modelId="{7DB198C9-D640-4440-9E24-6998097C7982}" type="presOf" srcId="{8F07CC9E-8D2A-47A8-86AF-C83A0B9CB67E}" destId="{33668049-E6F1-457A-BEBA-CB30492D0C74}" srcOrd="0" destOrd="0" presId="urn:microsoft.com/office/officeart/2018/2/layout/IconLabelList"/>
    <dgm:cxn modelId="{9CF78EDF-AD3E-46C9-87D2-B9119A08ACD7}" type="presOf" srcId="{C325426A-9AC8-46E4-9EB5-1048B410266F}" destId="{01706122-BD32-4483-8077-E97DAD0A0FD9}" srcOrd="0" destOrd="0" presId="urn:microsoft.com/office/officeart/2018/2/layout/IconLabelList"/>
    <dgm:cxn modelId="{8FF32FF5-6E0C-40A3-A142-70D74C568247}" srcId="{C129D316-E03C-4FD6-8E52-952200FF42CA}" destId="{E1E9864B-E397-48C7-935F-AB87AE49A398}" srcOrd="0" destOrd="0" parTransId="{B6DBD056-164C-4C29-972E-74F7566E9A51}" sibTransId="{AD3B1141-CBDA-4E0A-9158-99182A353B76}"/>
    <dgm:cxn modelId="{2F6B73A4-C6B7-4641-80D9-4739BF9A615C}" type="presParOf" srcId="{40E5416D-856A-450A-BFBA-D89EE9D5BEC8}" destId="{9564FBDD-C0E4-494D-B37B-0756FB8BDA56}" srcOrd="0" destOrd="0" presId="urn:microsoft.com/office/officeart/2018/2/layout/IconLabelList"/>
    <dgm:cxn modelId="{F99A0294-3F2A-47AD-831F-CC23AEDB1494}" type="presParOf" srcId="{9564FBDD-C0E4-494D-B37B-0756FB8BDA56}" destId="{A6C25CD7-EA27-4463-AB31-6B12098B3A92}" srcOrd="0" destOrd="0" presId="urn:microsoft.com/office/officeart/2018/2/layout/IconLabelList"/>
    <dgm:cxn modelId="{3399D122-366D-4529-A9C9-DE2AA5925DB8}" type="presParOf" srcId="{9564FBDD-C0E4-494D-B37B-0756FB8BDA56}" destId="{EAC518C0-134A-4774-8FE5-983B523748CD}" srcOrd="1" destOrd="0" presId="urn:microsoft.com/office/officeart/2018/2/layout/IconLabelList"/>
    <dgm:cxn modelId="{F413702B-CCF5-499C-82D9-075095F342B2}" type="presParOf" srcId="{9564FBDD-C0E4-494D-B37B-0756FB8BDA56}" destId="{81EF580C-A7AC-46A4-BEB2-F37C81E84E82}" srcOrd="2" destOrd="0" presId="urn:microsoft.com/office/officeart/2018/2/layout/IconLabelList"/>
    <dgm:cxn modelId="{F4A8E86B-63C0-4F65-9650-E0D08C6EFA53}" type="presParOf" srcId="{40E5416D-856A-450A-BFBA-D89EE9D5BEC8}" destId="{F49F966B-C213-400D-A986-DAA204B33F78}" srcOrd="1" destOrd="0" presId="urn:microsoft.com/office/officeart/2018/2/layout/IconLabelList"/>
    <dgm:cxn modelId="{2E2C5649-0481-476B-8A7D-354052D5893E}" type="presParOf" srcId="{40E5416D-856A-450A-BFBA-D89EE9D5BEC8}" destId="{04695F26-62BE-4738-B597-51983E07691E}" srcOrd="2" destOrd="0" presId="urn:microsoft.com/office/officeart/2018/2/layout/IconLabelList"/>
    <dgm:cxn modelId="{1F50F0B4-ED67-471D-BD2C-6120B401327E}" type="presParOf" srcId="{04695F26-62BE-4738-B597-51983E07691E}" destId="{705F6E1E-9540-4418-B4CA-BBA2C4134B9A}" srcOrd="0" destOrd="0" presId="urn:microsoft.com/office/officeart/2018/2/layout/IconLabelList"/>
    <dgm:cxn modelId="{7F7D8874-61E6-4298-B372-1A63C44DEAE4}" type="presParOf" srcId="{04695F26-62BE-4738-B597-51983E07691E}" destId="{86472DC4-7993-4CD5-8A29-3163EEFB07AA}" srcOrd="1" destOrd="0" presId="urn:microsoft.com/office/officeart/2018/2/layout/IconLabelList"/>
    <dgm:cxn modelId="{D86F2F96-F94E-41F2-B8AF-02403AFA5CC6}" type="presParOf" srcId="{04695F26-62BE-4738-B597-51983E07691E}" destId="{0A3F367C-233D-4394-AF0A-4E8791A628CA}" srcOrd="2" destOrd="0" presId="urn:microsoft.com/office/officeart/2018/2/layout/IconLabelList"/>
    <dgm:cxn modelId="{BCC4F606-C7DD-4E64-BEBE-8E1F3EE204E3}" type="presParOf" srcId="{40E5416D-856A-450A-BFBA-D89EE9D5BEC8}" destId="{E5C4A3E2-49ED-4DEA-AE89-0F5C6B173F27}" srcOrd="3" destOrd="0" presId="urn:microsoft.com/office/officeart/2018/2/layout/IconLabelList"/>
    <dgm:cxn modelId="{7401E43D-67F1-4F77-896D-59E9696E9D88}" type="presParOf" srcId="{40E5416D-856A-450A-BFBA-D89EE9D5BEC8}" destId="{4EA8DCD9-F417-4B69-AF0C-86BBA6B4E4A4}" srcOrd="4" destOrd="0" presId="urn:microsoft.com/office/officeart/2018/2/layout/IconLabelList"/>
    <dgm:cxn modelId="{31BE71FA-5B13-4739-B690-6F59E5142BB9}" type="presParOf" srcId="{4EA8DCD9-F417-4B69-AF0C-86BBA6B4E4A4}" destId="{D9DF2BAC-C45A-46B6-A988-A93ECB6EEB08}" srcOrd="0" destOrd="0" presId="urn:microsoft.com/office/officeart/2018/2/layout/IconLabelList"/>
    <dgm:cxn modelId="{E02F63C3-736B-4D70-A74A-62114012C1B7}" type="presParOf" srcId="{4EA8DCD9-F417-4B69-AF0C-86BBA6B4E4A4}" destId="{67C012AE-9743-4147-ADBA-E1BAD35703D7}" srcOrd="1" destOrd="0" presId="urn:microsoft.com/office/officeart/2018/2/layout/IconLabelList"/>
    <dgm:cxn modelId="{517E3F2E-BF53-43E7-ACA4-A0D466563908}" type="presParOf" srcId="{4EA8DCD9-F417-4B69-AF0C-86BBA6B4E4A4}" destId="{01706122-BD32-4483-8077-E97DAD0A0FD9}" srcOrd="2" destOrd="0" presId="urn:microsoft.com/office/officeart/2018/2/layout/IconLabelList"/>
    <dgm:cxn modelId="{01CF5E52-5D1E-42E3-83B1-65AF3F0F643B}" type="presParOf" srcId="{40E5416D-856A-450A-BFBA-D89EE9D5BEC8}" destId="{610C1946-9F32-42DA-B486-0529C42A3CDC}" srcOrd="5" destOrd="0" presId="urn:microsoft.com/office/officeart/2018/2/layout/IconLabelList"/>
    <dgm:cxn modelId="{5AB27597-BE36-4391-B244-5CE56D938E9B}" type="presParOf" srcId="{40E5416D-856A-450A-BFBA-D89EE9D5BEC8}" destId="{DF92B45C-7349-4E43-B7D7-6B3C8B32B71B}" srcOrd="6" destOrd="0" presId="urn:microsoft.com/office/officeart/2018/2/layout/IconLabelList"/>
    <dgm:cxn modelId="{E9B75251-79CE-43F0-B4C9-3921FE3AB245}" type="presParOf" srcId="{DF92B45C-7349-4E43-B7D7-6B3C8B32B71B}" destId="{13CCE3C1-7425-47BD-B320-386FDDBAAD97}" srcOrd="0" destOrd="0" presId="urn:microsoft.com/office/officeart/2018/2/layout/IconLabelList"/>
    <dgm:cxn modelId="{85312A00-19F3-49A5-8F00-F36421047221}" type="presParOf" srcId="{DF92B45C-7349-4E43-B7D7-6B3C8B32B71B}" destId="{357C3779-33E9-41B2-B3EF-F4066CE1D18B}" srcOrd="1" destOrd="0" presId="urn:microsoft.com/office/officeart/2018/2/layout/IconLabelList"/>
    <dgm:cxn modelId="{796AE804-65D5-4CAB-8136-F3EABFFDF14F}" type="presParOf" srcId="{DF92B45C-7349-4E43-B7D7-6B3C8B32B71B}" destId="{33668049-E6F1-457A-BEBA-CB30492D0C74}"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C25CD7-EA27-4463-AB31-6B12098B3A92}">
      <dsp:nvSpPr>
        <dsp:cNvPr id="0" name=""/>
        <dsp:cNvSpPr/>
      </dsp:nvSpPr>
      <dsp:spPr>
        <a:xfrm>
          <a:off x="752566" y="1045320"/>
          <a:ext cx="1066720" cy="10667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1EF580C-A7AC-46A4-BEB2-F37C81E84E82}">
      <dsp:nvSpPr>
        <dsp:cNvPr id="0" name=""/>
        <dsp:cNvSpPr/>
      </dsp:nvSpPr>
      <dsp:spPr>
        <a:xfrm>
          <a:off x="100682"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pPr>
          <a:r>
            <a:rPr lang="en-US" sz="2100" kern="1200"/>
            <a:t>Online driver training system</a:t>
          </a:r>
        </a:p>
      </dsp:txBody>
      <dsp:txXfrm>
        <a:off x="100682" y="2427484"/>
        <a:ext cx="2370489" cy="720000"/>
      </dsp:txXfrm>
    </dsp:sp>
    <dsp:sp modelId="{705F6E1E-9540-4418-B4CA-BBA2C4134B9A}">
      <dsp:nvSpPr>
        <dsp:cNvPr id="0" name=""/>
        <dsp:cNvSpPr/>
      </dsp:nvSpPr>
      <dsp:spPr>
        <a:xfrm>
          <a:off x="3537891" y="1045320"/>
          <a:ext cx="1066720" cy="10667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A3F367C-233D-4394-AF0A-4E8791A628CA}">
      <dsp:nvSpPr>
        <dsp:cNvPr id="0" name=""/>
        <dsp:cNvSpPr/>
      </dsp:nvSpPr>
      <dsp:spPr>
        <a:xfrm>
          <a:off x="2886007"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pPr>
          <a:r>
            <a:rPr lang="en-US" sz="2100" kern="1200"/>
            <a:t>Supports scheduling and learning</a:t>
          </a:r>
        </a:p>
      </dsp:txBody>
      <dsp:txXfrm>
        <a:off x="2886007" y="2427484"/>
        <a:ext cx="2370489" cy="720000"/>
      </dsp:txXfrm>
    </dsp:sp>
    <dsp:sp modelId="{D9DF2BAC-C45A-46B6-A988-A93ECB6EEB08}">
      <dsp:nvSpPr>
        <dsp:cNvPr id="0" name=""/>
        <dsp:cNvSpPr/>
      </dsp:nvSpPr>
      <dsp:spPr>
        <a:xfrm>
          <a:off x="6323216" y="1045320"/>
          <a:ext cx="1066720" cy="10667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1706122-BD32-4483-8077-E97DAD0A0FD9}">
      <dsp:nvSpPr>
        <dsp:cNvPr id="0" name=""/>
        <dsp:cNvSpPr/>
      </dsp:nvSpPr>
      <dsp:spPr>
        <a:xfrm>
          <a:off x="5671332"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pPr>
          <a:r>
            <a:rPr lang="en-US" sz="2100" kern="1200"/>
            <a:t>Accessible from web and mobile</a:t>
          </a:r>
        </a:p>
      </dsp:txBody>
      <dsp:txXfrm>
        <a:off x="5671332" y="2427484"/>
        <a:ext cx="2370489" cy="720000"/>
      </dsp:txXfrm>
    </dsp:sp>
    <dsp:sp modelId="{13CCE3C1-7425-47BD-B320-386FDDBAAD97}">
      <dsp:nvSpPr>
        <dsp:cNvPr id="0" name=""/>
        <dsp:cNvSpPr/>
      </dsp:nvSpPr>
      <dsp:spPr>
        <a:xfrm>
          <a:off x="9108541" y="1045320"/>
          <a:ext cx="1066720" cy="10667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668049-E6F1-457A-BEBA-CB30492D0C74}">
      <dsp:nvSpPr>
        <dsp:cNvPr id="0" name=""/>
        <dsp:cNvSpPr/>
      </dsp:nvSpPr>
      <dsp:spPr>
        <a:xfrm>
          <a:off x="8456657"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pPr>
          <a:r>
            <a:rPr lang="en-US" sz="2100" kern="1200" dirty="0"/>
            <a:t>Designed for customers and staff</a:t>
          </a:r>
        </a:p>
      </dsp:txBody>
      <dsp:txXfrm>
        <a:off x="8456657" y="2427484"/>
        <a:ext cx="2370489"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14A74A-AC67-466B-A9F4-D2019883F079}" type="datetimeFigureOut">
              <a:rPr lang="en-US" smtClean="0"/>
              <a:t>4/17/2026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CB4CB2-9041-4D4E-BEE6-D1400CF0FE42}" type="slidenum">
              <a:rPr lang="en-US" smtClean="0"/>
              <a:t>‹#›</a:t>
            </a:fld>
            <a:endParaRPr lang="en-US"/>
          </a:p>
        </p:txBody>
      </p:sp>
    </p:spTree>
    <p:extLst>
      <p:ext uri="{BB962C8B-B14F-4D97-AF65-F5344CB8AC3E}">
        <p14:creationId xmlns:p14="http://schemas.microsoft.com/office/powerpoint/2010/main" val="2251773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provides an overview of the </a:t>
            </a:r>
            <a:r>
              <a:rPr lang="en-US" dirty="0" err="1"/>
              <a:t>DriverPass</a:t>
            </a:r>
            <a:r>
              <a:rPr lang="en-US" dirty="0"/>
              <a:t> system design. It explains how the system meets the needs of the client by supporting user accounts, scheduling driving lessons, and providing training resources. The goal is to create a system that is easy to use, reliable, and accessible.</a:t>
            </a:r>
          </a:p>
        </p:txBody>
      </p:sp>
      <p:sp>
        <p:nvSpPr>
          <p:cNvPr id="4" name="Slide Number Placeholder 3"/>
          <p:cNvSpPr>
            <a:spLocks noGrp="1"/>
          </p:cNvSpPr>
          <p:nvPr>
            <p:ph type="sldNum" sz="quarter" idx="5"/>
          </p:nvPr>
        </p:nvSpPr>
        <p:spPr/>
        <p:txBody>
          <a:bodyPr/>
          <a:lstStyle/>
          <a:p>
            <a:fld id="{A8CB4CB2-9041-4D4E-BEE6-D1400CF0FE42}" type="slidenum">
              <a:rPr lang="en-US" smtClean="0"/>
              <a:t>1</a:t>
            </a:fld>
            <a:endParaRPr lang="en-US"/>
          </a:p>
        </p:txBody>
      </p:sp>
    </p:spTree>
    <p:extLst>
      <p:ext uri="{BB962C8B-B14F-4D97-AF65-F5344CB8AC3E}">
        <p14:creationId xmlns:p14="http://schemas.microsoft.com/office/powerpoint/2010/main" val="2335408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DriverPass</a:t>
            </a:r>
            <a:r>
              <a:rPr lang="en-US" dirty="0"/>
              <a:t> system is an online platform designed to help users prepare for their driving tests. It allows customers to create accounts, schedule driving lessons, and access study materials. The system is accessible through web browsers on both computers and mobile devices, making it convenient for users. It also supports employees and administrators who manage scheduling and system operations.</a:t>
            </a:r>
          </a:p>
        </p:txBody>
      </p:sp>
      <p:sp>
        <p:nvSpPr>
          <p:cNvPr id="4" name="Slide Number Placeholder 3"/>
          <p:cNvSpPr>
            <a:spLocks noGrp="1"/>
          </p:cNvSpPr>
          <p:nvPr>
            <p:ph type="sldNum" sz="quarter" idx="5"/>
          </p:nvPr>
        </p:nvSpPr>
        <p:spPr/>
        <p:txBody>
          <a:bodyPr/>
          <a:lstStyle/>
          <a:p>
            <a:fld id="{A8CB4CB2-9041-4D4E-BEE6-D1400CF0FE42}" type="slidenum">
              <a:rPr lang="en-US" smtClean="0"/>
              <a:t>2</a:t>
            </a:fld>
            <a:endParaRPr lang="en-US"/>
          </a:p>
        </p:txBody>
      </p:sp>
    </p:spTree>
    <p:extLst>
      <p:ext uri="{BB962C8B-B14F-4D97-AF65-F5344CB8AC3E}">
        <p14:creationId xmlns:p14="http://schemas.microsoft.com/office/powerpoint/2010/main" val="2560156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designed to allow users to create accounts and schedule driving lessons online. These features provide convenience and flexibility for customers. The system also includes secure login functionality to protect user information. In addition, it is designed to support multiple users at the same time, ensuring reliable performance.</a:t>
            </a:r>
          </a:p>
        </p:txBody>
      </p:sp>
      <p:sp>
        <p:nvSpPr>
          <p:cNvPr id="4" name="Slide Number Placeholder 3"/>
          <p:cNvSpPr>
            <a:spLocks noGrp="1"/>
          </p:cNvSpPr>
          <p:nvPr>
            <p:ph type="sldNum" sz="quarter" idx="5"/>
          </p:nvPr>
        </p:nvSpPr>
        <p:spPr/>
        <p:txBody>
          <a:bodyPr/>
          <a:lstStyle/>
          <a:p>
            <a:fld id="{A8CB4CB2-9041-4D4E-BEE6-D1400CF0FE42}" type="slidenum">
              <a:rPr lang="en-US" smtClean="0"/>
              <a:t>3</a:t>
            </a:fld>
            <a:endParaRPr lang="en-US"/>
          </a:p>
        </p:txBody>
      </p:sp>
    </p:spTree>
    <p:extLst>
      <p:ext uri="{BB962C8B-B14F-4D97-AF65-F5344CB8AC3E}">
        <p14:creationId xmlns:p14="http://schemas.microsoft.com/office/powerpoint/2010/main" val="1054316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how users interact with the </a:t>
            </a:r>
            <a:r>
              <a:rPr lang="en-US" dirty="0" err="1"/>
              <a:t>DriverPass</a:t>
            </a:r>
            <a:r>
              <a:rPr lang="en-US" dirty="0"/>
              <a:t> system. Customers can create accounts, log in, schedule lessons, and access training materials. Employees and administrators manage schedules and system operations. This ensures that all users can complete their tasks efficiently.</a:t>
            </a:r>
          </a:p>
        </p:txBody>
      </p:sp>
      <p:sp>
        <p:nvSpPr>
          <p:cNvPr id="4" name="Slide Number Placeholder 3"/>
          <p:cNvSpPr>
            <a:spLocks noGrp="1"/>
          </p:cNvSpPr>
          <p:nvPr>
            <p:ph type="sldNum" sz="quarter" idx="5"/>
          </p:nvPr>
        </p:nvSpPr>
        <p:spPr/>
        <p:txBody>
          <a:bodyPr/>
          <a:lstStyle/>
          <a:p>
            <a:fld id="{A8CB4CB2-9041-4D4E-BEE6-D1400CF0FE42}" type="slidenum">
              <a:rPr lang="en-US" smtClean="0"/>
              <a:t>4</a:t>
            </a:fld>
            <a:endParaRPr lang="en-US"/>
          </a:p>
        </p:txBody>
      </p:sp>
    </p:spTree>
    <p:extLst>
      <p:ext uri="{BB962C8B-B14F-4D97-AF65-F5344CB8AC3E}">
        <p14:creationId xmlns:p14="http://schemas.microsoft.com/office/powerpoint/2010/main" val="8829902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process of scheduling a driving lesson. The user logs in, selects a lesson time, and the system checks instructor availability. If the selected time is not available, the user is prompted to choose another time. Once a valid time is selected, the system confirms the appointment.</a:t>
            </a:r>
          </a:p>
        </p:txBody>
      </p:sp>
      <p:sp>
        <p:nvSpPr>
          <p:cNvPr id="4" name="Slide Number Placeholder 3"/>
          <p:cNvSpPr>
            <a:spLocks noGrp="1"/>
          </p:cNvSpPr>
          <p:nvPr>
            <p:ph type="sldNum" sz="quarter" idx="5"/>
          </p:nvPr>
        </p:nvSpPr>
        <p:spPr/>
        <p:txBody>
          <a:bodyPr/>
          <a:lstStyle/>
          <a:p>
            <a:fld id="{A8CB4CB2-9041-4D4E-BEE6-D1400CF0FE42}" type="slidenum">
              <a:rPr lang="en-US" smtClean="0"/>
              <a:t>5</a:t>
            </a:fld>
            <a:endParaRPr lang="en-US"/>
          </a:p>
        </p:txBody>
      </p:sp>
    </p:spTree>
    <p:extLst>
      <p:ext uri="{BB962C8B-B14F-4D97-AF65-F5344CB8AC3E}">
        <p14:creationId xmlns:p14="http://schemas.microsoft.com/office/powerpoint/2010/main" val="2083921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how the system handles scheduling a driving lesson step by step. The user selects a time, the system checks instructor’s availability, and if the time is not available, the user is prompted to choose another option. Once availability is confirmed, the system creates the appointment and sends confirmation. This ensures accurate scheduling and prevents conflicts.</a:t>
            </a:r>
          </a:p>
        </p:txBody>
      </p:sp>
      <p:sp>
        <p:nvSpPr>
          <p:cNvPr id="4" name="Slide Number Placeholder 3"/>
          <p:cNvSpPr>
            <a:spLocks noGrp="1"/>
          </p:cNvSpPr>
          <p:nvPr>
            <p:ph type="sldNum" sz="quarter" idx="5"/>
          </p:nvPr>
        </p:nvSpPr>
        <p:spPr/>
        <p:txBody>
          <a:bodyPr/>
          <a:lstStyle/>
          <a:p>
            <a:fld id="{A8CB4CB2-9041-4D4E-BEE6-D1400CF0FE42}" type="slidenum">
              <a:rPr lang="en-US" smtClean="0"/>
              <a:t>6</a:t>
            </a:fld>
            <a:endParaRPr lang="en-US"/>
          </a:p>
        </p:txBody>
      </p:sp>
    </p:spTree>
    <p:extLst>
      <p:ext uri="{BB962C8B-B14F-4D97-AF65-F5344CB8AC3E}">
        <p14:creationId xmlns:p14="http://schemas.microsoft.com/office/powerpoint/2010/main" val="23103359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an important part of the system design. Users must log in with secure credentials, and their personal and payment information is protected. Access to system features is controlled based on user roles, such as customer or administrator. These measures help ensure the system remains secure and reliable.</a:t>
            </a:r>
          </a:p>
        </p:txBody>
      </p:sp>
      <p:sp>
        <p:nvSpPr>
          <p:cNvPr id="4" name="Slide Number Placeholder 3"/>
          <p:cNvSpPr>
            <a:spLocks noGrp="1"/>
          </p:cNvSpPr>
          <p:nvPr>
            <p:ph type="sldNum" sz="quarter" idx="5"/>
          </p:nvPr>
        </p:nvSpPr>
        <p:spPr/>
        <p:txBody>
          <a:bodyPr/>
          <a:lstStyle/>
          <a:p>
            <a:fld id="{A8CB4CB2-9041-4D4E-BEE6-D1400CF0FE42}" type="slidenum">
              <a:rPr lang="en-US" smtClean="0"/>
              <a:t>7</a:t>
            </a:fld>
            <a:endParaRPr lang="en-US"/>
          </a:p>
        </p:txBody>
      </p:sp>
    </p:spTree>
    <p:extLst>
      <p:ext uri="{BB962C8B-B14F-4D97-AF65-F5344CB8AC3E}">
        <p14:creationId xmlns:p14="http://schemas.microsoft.com/office/powerpoint/2010/main" val="13593493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the system is designed to be efficient, there are some limitations. Users must have internet access to use the system, and performance depends on system availability. The system may also be limited by device compatibility and will require updates over time to maintain functionality and security.</a:t>
            </a:r>
          </a:p>
        </p:txBody>
      </p:sp>
      <p:sp>
        <p:nvSpPr>
          <p:cNvPr id="4" name="Slide Number Placeholder 3"/>
          <p:cNvSpPr>
            <a:spLocks noGrp="1"/>
          </p:cNvSpPr>
          <p:nvPr>
            <p:ph type="sldNum" sz="quarter" idx="5"/>
          </p:nvPr>
        </p:nvSpPr>
        <p:spPr/>
        <p:txBody>
          <a:bodyPr/>
          <a:lstStyle/>
          <a:p>
            <a:fld id="{A8CB4CB2-9041-4D4E-BEE6-D1400CF0FE42}" type="slidenum">
              <a:rPr lang="en-US" smtClean="0"/>
              <a:t>8</a:t>
            </a:fld>
            <a:endParaRPr lang="en-US"/>
          </a:p>
        </p:txBody>
      </p:sp>
    </p:spTree>
    <p:extLst>
      <p:ext uri="{BB962C8B-B14F-4D97-AF65-F5344CB8AC3E}">
        <p14:creationId xmlns:p14="http://schemas.microsoft.com/office/powerpoint/2010/main" val="24015239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the </a:t>
            </a:r>
            <a:r>
              <a:rPr lang="en-US" dirty="0" err="1"/>
              <a:t>DriverPass</a:t>
            </a:r>
            <a:r>
              <a:rPr lang="en-US" dirty="0"/>
              <a:t> system is designed to be user-friendly and efficient. It supports scheduling, training, and account management while remaining scalable through cloud-based infrastructure. This ensures the system can grow and adapt to future needs.</a:t>
            </a:r>
          </a:p>
        </p:txBody>
      </p:sp>
      <p:sp>
        <p:nvSpPr>
          <p:cNvPr id="4" name="Slide Number Placeholder 3"/>
          <p:cNvSpPr>
            <a:spLocks noGrp="1"/>
          </p:cNvSpPr>
          <p:nvPr>
            <p:ph type="sldNum" sz="quarter" idx="5"/>
          </p:nvPr>
        </p:nvSpPr>
        <p:spPr/>
        <p:txBody>
          <a:bodyPr/>
          <a:lstStyle/>
          <a:p>
            <a:fld id="{A8CB4CB2-9041-4D4E-BEE6-D1400CF0FE42}" type="slidenum">
              <a:rPr lang="en-US" smtClean="0"/>
              <a:t>9</a:t>
            </a:fld>
            <a:endParaRPr lang="en-US"/>
          </a:p>
        </p:txBody>
      </p:sp>
    </p:spTree>
    <p:extLst>
      <p:ext uri="{BB962C8B-B14F-4D97-AF65-F5344CB8AC3E}">
        <p14:creationId xmlns:p14="http://schemas.microsoft.com/office/powerpoint/2010/main" val="20953278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BE135-6560-12CF-F562-956DE83CFE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39AA2D8-2919-53EE-31A0-94657CE2BE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8B51429-5788-182A-0740-713741C6EF4F}"/>
              </a:ext>
            </a:extLst>
          </p:cNvPr>
          <p:cNvSpPr>
            <a:spLocks noGrp="1"/>
          </p:cNvSpPr>
          <p:nvPr>
            <p:ph type="dt" sz="half" idx="10"/>
          </p:nvPr>
        </p:nvSpPr>
        <p:spPr/>
        <p:txBody>
          <a:bodyPr/>
          <a:lstStyle/>
          <a:p>
            <a:fld id="{F109482D-FF5A-4E2F-96F0-3891865C6F20}" type="datetimeFigureOut">
              <a:rPr lang="en-US" smtClean="0"/>
              <a:t>4/17/2026</a:t>
            </a:fld>
            <a:endParaRPr lang="en-US"/>
          </a:p>
        </p:txBody>
      </p:sp>
      <p:sp>
        <p:nvSpPr>
          <p:cNvPr id="5" name="Footer Placeholder 4">
            <a:extLst>
              <a:ext uri="{FF2B5EF4-FFF2-40B4-BE49-F238E27FC236}">
                <a16:creationId xmlns:a16="http://schemas.microsoft.com/office/drawing/2014/main" id="{FA8F56FA-8146-1A57-3727-54CA378AD8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2F4CC0-D915-9A15-05B6-2B096CC4E7B7}"/>
              </a:ext>
            </a:extLst>
          </p:cNvPr>
          <p:cNvSpPr>
            <a:spLocks noGrp="1"/>
          </p:cNvSpPr>
          <p:nvPr>
            <p:ph type="sldNum" sz="quarter" idx="12"/>
          </p:nvPr>
        </p:nvSpPr>
        <p:spPr/>
        <p:txBody>
          <a:bodyPr/>
          <a:lstStyle/>
          <a:p>
            <a:fld id="{C510860A-26F7-44BD-A6E8-62EA4133CF85}" type="slidenum">
              <a:rPr lang="en-US" smtClean="0"/>
              <a:t>‹#›</a:t>
            </a:fld>
            <a:endParaRPr lang="en-US"/>
          </a:p>
        </p:txBody>
      </p:sp>
    </p:spTree>
    <p:extLst>
      <p:ext uri="{BB962C8B-B14F-4D97-AF65-F5344CB8AC3E}">
        <p14:creationId xmlns:p14="http://schemas.microsoft.com/office/powerpoint/2010/main" val="2530481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1C2A9-B6E8-D11A-52E4-ED371B0429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FE075E-A6CC-44D5-22EE-140370B6A0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E73F22-091D-5121-9287-652BE877800E}"/>
              </a:ext>
            </a:extLst>
          </p:cNvPr>
          <p:cNvSpPr>
            <a:spLocks noGrp="1"/>
          </p:cNvSpPr>
          <p:nvPr>
            <p:ph type="dt" sz="half" idx="10"/>
          </p:nvPr>
        </p:nvSpPr>
        <p:spPr/>
        <p:txBody>
          <a:bodyPr/>
          <a:lstStyle/>
          <a:p>
            <a:fld id="{F109482D-FF5A-4E2F-96F0-3891865C6F20}" type="datetimeFigureOut">
              <a:rPr lang="en-US" smtClean="0"/>
              <a:t>4/17/2026</a:t>
            </a:fld>
            <a:endParaRPr lang="en-US"/>
          </a:p>
        </p:txBody>
      </p:sp>
      <p:sp>
        <p:nvSpPr>
          <p:cNvPr id="5" name="Footer Placeholder 4">
            <a:extLst>
              <a:ext uri="{FF2B5EF4-FFF2-40B4-BE49-F238E27FC236}">
                <a16:creationId xmlns:a16="http://schemas.microsoft.com/office/drawing/2014/main" id="{7400F49E-42D9-2553-67E8-4CC7606EE0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2CFE2C-A00B-6D86-8DE8-EC83513B5946}"/>
              </a:ext>
            </a:extLst>
          </p:cNvPr>
          <p:cNvSpPr>
            <a:spLocks noGrp="1"/>
          </p:cNvSpPr>
          <p:nvPr>
            <p:ph type="sldNum" sz="quarter" idx="12"/>
          </p:nvPr>
        </p:nvSpPr>
        <p:spPr/>
        <p:txBody>
          <a:bodyPr/>
          <a:lstStyle/>
          <a:p>
            <a:fld id="{C510860A-26F7-44BD-A6E8-62EA4133CF85}" type="slidenum">
              <a:rPr lang="en-US" smtClean="0"/>
              <a:t>‹#›</a:t>
            </a:fld>
            <a:endParaRPr lang="en-US"/>
          </a:p>
        </p:txBody>
      </p:sp>
    </p:spTree>
    <p:extLst>
      <p:ext uri="{BB962C8B-B14F-4D97-AF65-F5344CB8AC3E}">
        <p14:creationId xmlns:p14="http://schemas.microsoft.com/office/powerpoint/2010/main" val="541145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D2DAB-2746-C2CC-4C75-96D8FD5EC0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6556EE4-E7DC-E90B-51E8-3D63EFBC5FC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E66101-B769-9FCF-D86B-85F7F13D04EC}"/>
              </a:ext>
            </a:extLst>
          </p:cNvPr>
          <p:cNvSpPr>
            <a:spLocks noGrp="1"/>
          </p:cNvSpPr>
          <p:nvPr>
            <p:ph type="dt" sz="half" idx="10"/>
          </p:nvPr>
        </p:nvSpPr>
        <p:spPr/>
        <p:txBody>
          <a:bodyPr/>
          <a:lstStyle/>
          <a:p>
            <a:fld id="{F109482D-FF5A-4E2F-96F0-3891865C6F20}" type="datetimeFigureOut">
              <a:rPr lang="en-US" smtClean="0"/>
              <a:t>4/17/2026</a:t>
            </a:fld>
            <a:endParaRPr lang="en-US"/>
          </a:p>
        </p:txBody>
      </p:sp>
      <p:sp>
        <p:nvSpPr>
          <p:cNvPr id="5" name="Footer Placeholder 4">
            <a:extLst>
              <a:ext uri="{FF2B5EF4-FFF2-40B4-BE49-F238E27FC236}">
                <a16:creationId xmlns:a16="http://schemas.microsoft.com/office/drawing/2014/main" id="{D781036E-0361-D844-5452-ABCE7C5043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8F4178-42A2-6D64-59D0-0B12B9EA06A4}"/>
              </a:ext>
            </a:extLst>
          </p:cNvPr>
          <p:cNvSpPr>
            <a:spLocks noGrp="1"/>
          </p:cNvSpPr>
          <p:nvPr>
            <p:ph type="sldNum" sz="quarter" idx="12"/>
          </p:nvPr>
        </p:nvSpPr>
        <p:spPr/>
        <p:txBody>
          <a:bodyPr/>
          <a:lstStyle/>
          <a:p>
            <a:fld id="{C510860A-26F7-44BD-A6E8-62EA4133CF85}" type="slidenum">
              <a:rPr lang="en-US" smtClean="0"/>
              <a:t>‹#›</a:t>
            </a:fld>
            <a:endParaRPr lang="en-US"/>
          </a:p>
        </p:txBody>
      </p:sp>
    </p:spTree>
    <p:extLst>
      <p:ext uri="{BB962C8B-B14F-4D97-AF65-F5344CB8AC3E}">
        <p14:creationId xmlns:p14="http://schemas.microsoft.com/office/powerpoint/2010/main" val="4178644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5BB6A-D155-CC58-C2AD-DC95B14E11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128858-2857-16D8-ECFC-23397B00C36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675BD70-89FA-1BBC-E3B6-F2FA53C7AE0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E7E83E-2CB6-EA18-FE0F-5FA0AEE27810}"/>
              </a:ext>
            </a:extLst>
          </p:cNvPr>
          <p:cNvSpPr>
            <a:spLocks noGrp="1"/>
          </p:cNvSpPr>
          <p:nvPr>
            <p:ph type="dt" sz="half" idx="10"/>
          </p:nvPr>
        </p:nvSpPr>
        <p:spPr/>
        <p:txBody>
          <a:bodyPr/>
          <a:lstStyle/>
          <a:p>
            <a:fld id="{F109482D-FF5A-4E2F-96F0-3891865C6F20}" type="datetimeFigureOut">
              <a:rPr lang="en-US" smtClean="0"/>
              <a:t>4/17/2026</a:t>
            </a:fld>
            <a:endParaRPr lang="en-US"/>
          </a:p>
        </p:txBody>
      </p:sp>
      <p:sp>
        <p:nvSpPr>
          <p:cNvPr id="6" name="Footer Placeholder 5">
            <a:extLst>
              <a:ext uri="{FF2B5EF4-FFF2-40B4-BE49-F238E27FC236}">
                <a16:creationId xmlns:a16="http://schemas.microsoft.com/office/drawing/2014/main" id="{3089A5BD-C22D-E68E-5961-4E884721C0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7A77C0-092F-5E39-734F-238E0A4A4772}"/>
              </a:ext>
            </a:extLst>
          </p:cNvPr>
          <p:cNvSpPr>
            <a:spLocks noGrp="1"/>
          </p:cNvSpPr>
          <p:nvPr>
            <p:ph type="sldNum" sz="quarter" idx="12"/>
          </p:nvPr>
        </p:nvSpPr>
        <p:spPr/>
        <p:txBody>
          <a:bodyPr/>
          <a:lstStyle/>
          <a:p>
            <a:fld id="{C510860A-26F7-44BD-A6E8-62EA4133CF85}" type="slidenum">
              <a:rPr lang="en-US" smtClean="0"/>
              <a:t>‹#›</a:t>
            </a:fld>
            <a:endParaRPr lang="en-US"/>
          </a:p>
        </p:txBody>
      </p:sp>
    </p:spTree>
    <p:extLst>
      <p:ext uri="{BB962C8B-B14F-4D97-AF65-F5344CB8AC3E}">
        <p14:creationId xmlns:p14="http://schemas.microsoft.com/office/powerpoint/2010/main" val="2040461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E0C64-74ED-42C4-5876-B31C0E43F5C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126ED4-2D0A-8649-F2F3-1D6369BBB1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55436D-3ACC-7CED-6740-35C9E76E98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0965B4-157D-9A06-5A47-0F1793FBA2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654CC6-1706-39DE-210B-E54DB9DF35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33B763D-C2DB-DD68-ADEF-D99198848D39}"/>
              </a:ext>
            </a:extLst>
          </p:cNvPr>
          <p:cNvSpPr>
            <a:spLocks noGrp="1"/>
          </p:cNvSpPr>
          <p:nvPr>
            <p:ph type="dt" sz="half" idx="10"/>
          </p:nvPr>
        </p:nvSpPr>
        <p:spPr/>
        <p:txBody>
          <a:bodyPr/>
          <a:lstStyle/>
          <a:p>
            <a:fld id="{F109482D-FF5A-4E2F-96F0-3891865C6F20}" type="datetimeFigureOut">
              <a:rPr lang="en-US" smtClean="0"/>
              <a:t>4/17/2026</a:t>
            </a:fld>
            <a:endParaRPr lang="en-US"/>
          </a:p>
        </p:txBody>
      </p:sp>
      <p:sp>
        <p:nvSpPr>
          <p:cNvPr id="8" name="Footer Placeholder 7">
            <a:extLst>
              <a:ext uri="{FF2B5EF4-FFF2-40B4-BE49-F238E27FC236}">
                <a16:creationId xmlns:a16="http://schemas.microsoft.com/office/drawing/2014/main" id="{3782BCB6-79C8-E0DC-79A8-CE0BCA66418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C4C04FA-F29A-5DF2-8399-91603B9BA66E}"/>
              </a:ext>
            </a:extLst>
          </p:cNvPr>
          <p:cNvSpPr>
            <a:spLocks noGrp="1"/>
          </p:cNvSpPr>
          <p:nvPr>
            <p:ph type="sldNum" sz="quarter" idx="12"/>
          </p:nvPr>
        </p:nvSpPr>
        <p:spPr/>
        <p:txBody>
          <a:bodyPr/>
          <a:lstStyle/>
          <a:p>
            <a:fld id="{C510860A-26F7-44BD-A6E8-62EA4133CF85}" type="slidenum">
              <a:rPr lang="en-US" smtClean="0"/>
              <a:t>‹#›</a:t>
            </a:fld>
            <a:endParaRPr lang="en-US"/>
          </a:p>
        </p:txBody>
      </p:sp>
    </p:spTree>
    <p:extLst>
      <p:ext uri="{BB962C8B-B14F-4D97-AF65-F5344CB8AC3E}">
        <p14:creationId xmlns:p14="http://schemas.microsoft.com/office/powerpoint/2010/main" val="1297161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FF369-3933-E370-FE33-18D48C99303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60E760-4634-8241-7E7C-10B80AC657A6}"/>
              </a:ext>
            </a:extLst>
          </p:cNvPr>
          <p:cNvSpPr>
            <a:spLocks noGrp="1"/>
          </p:cNvSpPr>
          <p:nvPr>
            <p:ph type="dt" sz="half" idx="10"/>
          </p:nvPr>
        </p:nvSpPr>
        <p:spPr/>
        <p:txBody>
          <a:bodyPr/>
          <a:lstStyle/>
          <a:p>
            <a:fld id="{F109482D-FF5A-4E2F-96F0-3891865C6F20}" type="datetimeFigureOut">
              <a:rPr lang="en-US" smtClean="0"/>
              <a:t>4/17/2026</a:t>
            </a:fld>
            <a:endParaRPr lang="en-US"/>
          </a:p>
        </p:txBody>
      </p:sp>
      <p:sp>
        <p:nvSpPr>
          <p:cNvPr id="4" name="Footer Placeholder 3">
            <a:extLst>
              <a:ext uri="{FF2B5EF4-FFF2-40B4-BE49-F238E27FC236}">
                <a16:creationId xmlns:a16="http://schemas.microsoft.com/office/drawing/2014/main" id="{30FB303D-75CA-51EE-3BD4-D0CBA7FCAC0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ED88AA5-D5CF-987B-476B-9138C95DAB77}"/>
              </a:ext>
            </a:extLst>
          </p:cNvPr>
          <p:cNvSpPr>
            <a:spLocks noGrp="1"/>
          </p:cNvSpPr>
          <p:nvPr>
            <p:ph type="sldNum" sz="quarter" idx="12"/>
          </p:nvPr>
        </p:nvSpPr>
        <p:spPr/>
        <p:txBody>
          <a:bodyPr/>
          <a:lstStyle/>
          <a:p>
            <a:fld id="{C510860A-26F7-44BD-A6E8-62EA4133CF85}" type="slidenum">
              <a:rPr lang="en-US" smtClean="0"/>
              <a:t>‹#›</a:t>
            </a:fld>
            <a:endParaRPr lang="en-US"/>
          </a:p>
        </p:txBody>
      </p:sp>
    </p:spTree>
    <p:extLst>
      <p:ext uri="{BB962C8B-B14F-4D97-AF65-F5344CB8AC3E}">
        <p14:creationId xmlns:p14="http://schemas.microsoft.com/office/powerpoint/2010/main" val="90681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508561-CC7E-7621-0B13-0623274F6931}"/>
              </a:ext>
            </a:extLst>
          </p:cNvPr>
          <p:cNvSpPr>
            <a:spLocks noGrp="1"/>
          </p:cNvSpPr>
          <p:nvPr>
            <p:ph type="dt" sz="half" idx="10"/>
          </p:nvPr>
        </p:nvSpPr>
        <p:spPr/>
        <p:txBody>
          <a:bodyPr/>
          <a:lstStyle/>
          <a:p>
            <a:fld id="{F109482D-FF5A-4E2F-96F0-3891865C6F20}" type="datetimeFigureOut">
              <a:rPr lang="en-US" smtClean="0"/>
              <a:t>4/17/2026</a:t>
            </a:fld>
            <a:endParaRPr lang="en-US"/>
          </a:p>
        </p:txBody>
      </p:sp>
      <p:sp>
        <p:nvSpPr>
          <p:cNvPr id="3" name="Footer Placeholder 2">
            <a:extLst>
              <a:ext uri="{FF2B5EF4-FFF2-40B4-BE49-F238E27FC236}">
                <a16:creationId xmlns:a16="http://schemas.microsoft.com/office/drawing/2014/main" id="{0E379CBE-D5C8-9391-75F7-C7D7E3D5F3D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1EB9CD3-06DF-1E78-8D0B-B22E2000C405}"/>
              </a:ext>
            </a:extLst>
          </p:cNvPr>
          <p:cNvSpPr>
            <a:spLocks noGrp="1"/>
          </p:cNvSpPr>
          <p:nvPr>
            <p:ph type="sldNum" sz="quarter" idx="12"/>
          </p:nvPr>
        </p:nvSpPr>
        <p:spPr/>
        <p:txBody>
          <a:bodyPr/>
          <a:lstStyle/>
          <a:p>
            <a:fld id="{C510860A-26F7-44BD-A6E8-62EA4133CF85}" type="slidenum">
              <a:rPr lang="en-US" smtClean="0"/>
              <a:t>‹#›</a:t>
            </a:fld>
            <a:endParaRPr lang="en-US"/>
          </a:p>
        </p:txBody>
      </p:sp>
    </p:spTree>
    <p:extLst>
      <p:ext uri="{BB962C8B-B14F-4D97-AF65-F5344CB8AC3E}">
        <p14:creationId xmlns:p14="http://schemas.microsoft.com/office/powerpoint/2010/main" val="277472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8E32E-8E45-8402-D331-152767E7C8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568382-68C9-8278-9709-465EFA6531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97C1C1-B886-4514-13A1-989BA0419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094B5C-1D66-9CA8-D045-54E75823BDA4}"/>
              </a:ext>
            </a:extLst>
          </p:cNvPr>
          <p:cNvSpPr>
            <a:spLocks noGrp="1"/>
          </p:cNvSpPr>
          <p:nvPr>
            <p:ph type="dt" sz="half" idx="10"/>
          </p:nvPr>
        </p:nvSpPr>
        <p:spPr/>
        <p:txBody>
          <a:bodyPr/>
          <a:lstStyle/>
          <a:p>
            <a:fld id="{F109482D-FF5A-4E2F-96F0-3891865C6F20}" type="datetimeFigureOut">
              <a:rPr lang="en-US" smtClean="0"/>
              <a:t>4/17/2026</a:t>
            </a:fld>
            <a:endParaRPr lang="en-US"/>
          </a:p>
        </p:txBody>
      </p:sp>
      <p:sp>
        <p:nvSpPr>
          <p:cNvPr id="6" name="Footer Placeholder 5">
            <a:extLst>
              <a:ext uri="{FF2B5EF4-FFF2-40B4-BE49-F238E27FC236}">
                <a16:creationId xmlns:a16="http://schemas.microsoft.com/office/drawing/2014/main" id="{56E02CF1-3B27-0B28-94E8-C161CBA6A0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6B4886-B01F-4BBD-1E4F-442B15D02682}"/>
              </a:ext>
            </a:extLst>
          </p:cNvPr>
          <p:cNvSpPr>
            <a:spLocks noGrp="1"/>
          </p:cNvSpPr>
          <p:nvPr>
            <p:ph type="sldNum" sz="quarter" idx="12"/>
          </p:nvPr>
        </p:nvSpPr>
        <p:spPr/>
        <p:txBody>
          <a:bodyPr/>
          <a:lstStyle/>
          <a:p>
            <a:fld id="{C510860A-26F7-44BD-A6E8-62EA4133CF85}" type="slidenum">
              <a:rPr lang="en-US" smtClean="0"/>
              <a:t>‹#›</a:t>
            </a:fld>
            <a:endParaRPr lang="en-US"/>
          </a:p>
        </p:txBody>
      </p:sp>
    </p:spTree>
    <p:extLst>
      <p:ext uri="{BB962C8B-B14F-4D97-AF65-F5344CB8AC3E}">
        <p14:creationId xmlns:p14="http://schemas.microsoft.com/office/powerpoint/2010/main" val="1683412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B5EA4-7624-8D6A-9698-D29B0A4565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F93DA1-655D-DFF5-5719-E0E825C48F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5F8CD3F-280C-D648-0F09-DD6392DA51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9F3367-779F-CE8A-E4BE-59536B9584CC}"/>
              </a:ext>
            </a:extLst>
          </p:cNvPr>
          <p:cNvSpPr>
            <a:spLocks noGrp="1"/>
          </p:cNvSpPr>
          <p:nvPr>
            <p:ph type="dt" sz="half" idx="10"/>
          </p:nvPr>
        </p:nvSpPr>
        <p:spPr/>
        <p:txBody>
          <a:bodyPr/>
          <a:lstStyle/>
          <a:p>
            <a:fld id="{F109482D-FF5A-4E2F-96F0-3891865C6F20}" type="datetimeFigureOut">
              <a:rPr lang="en-US" smtClean="0"/>
              <a:t>4/17/2026</a:t>
            </a:fld>
            <a:endParaRPr lang="en-US"/>
          </a:p>
        </p:txBody>
      </p:sp>
      <p:sp>
        <p:nvSpPr>
          <p:cNvPr id="6" name="Footer Placeholder 5">
            <a:extLst>
              <a:ext uri="{FF2B5EF4-FFF2-40B4-BE49-F238E27FC236}">
                <a16:creationId xmlns:a16="http://schemas.microsoft.com/office/drawing/2014/main" id="{4D85EE68-83DA-08F5-4812-6234AAA50E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CEE1C3-810F-16D7-1906-DE8E3A8FF328}"/>
              </a:ext>
            </a:extLst>
          </p:cNvPr>
          <p:cNvSpPr>
            <a:spLocks noGrp="1"/>
          </p:cNvSpPr>
          <p:nvPr>
            <p:ph type="sldNum" sz="quarter" idx="12"/>
          </p:nvPr>
        </p:nvSpPr>
        <p:spPr/>
        <p:txBody>
          <a:bodyPr/>
          <a:lstStyle/>
          <a:p>
            <a:fld id="{C510860A-26F7-44BD-A6E8-62EA4133CF85}" type="slidenum">
              <a:rPr lang="en-US" smtClean="0"/>
              <a:t>‹#›</a:t>
            </a:fld>
            <a:endParaRPr lang="en-US"/>
          </a:p>
        </p:txBody>
      </p:sp>
    </p:spTree>
    <p:extLst>
      <p:ext uri="{BB962C8B-B14F-4D97-AF65-F5344CB8AC3E}">
        <p14:creationId xmlns:p14="http://schemas.microsoft.com/office/powerpoint/2010/main" val="2243334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75B7C-B261-ABD4-0954-E5B120ABD66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45C6C2-1026-33C5-F19D-B0497B1C0A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C18F51-CDE2-AC8C-A830-D86F0E279D1E}"/>
              </a:ext>
            </a:extLst>
          </p:cNvPr>
          <p:cNvSpPr>
            <a:spLocks noGrp="1"/>
          </p:cNvSpPr>
          <p:nvPr>
            <p:ph type="dt" sz="half" idx="10"/>
          </p:nvPr>
        </p:nvSpPr>
        <p:spPr/>
        <p:txBody>
          <a:bodyPr/>
          <a:lstStyle/>
          <a:p>
            <a:fld id="{F109482D-FF5A-4E2F-96F0-3891865C6F20}" type="datetimeFigureOut">
              <a:rPr lang="en-US" smtClean="0"/>
              <a:t>4/17/2026</a:t>
            </a:fld>
            <a:endParaRPr lang="en-US"/>
          </a:p>
        </p:txBody>
      </p:sp>
      <p:sp>
        <p:nvSpPr>
          <p:cNvPr id="5" name="Footer Placeholder 4">
            <a:extLst>
              <a:ext uri="{FF2B5EF4-FFF2-40B4-BE49-F238E27FC236}">
                <a16:creationId xmlns:a16="http://schemas.microsoft.com/office/drawing/2014/main" id="{DD1836BD-47C3-295E-5A30-99FE6AB1BC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AFCE30-E298-6C85-A41F-8B925A73B723}"/>
              </a:ext>
            </a:extLst>
          </p:cNvPr>
          <p:cNvSpPr>
            <a:spLocks noGrp="1"/>
          </p:cNvSpPr>
          <p:nvPr>
            <p:ph type="sldNum" sz="quarter" idx="12"/>
          </p:nvPr>
        </p:nvSpPr>
        <p:spPr/>
        <p:txBody>
          <a:bodyPr/>
          <a:lstStyle/>
          <a:p>
            <a:fld id="{C510860A-26F7-44BD-A6E8-62EA4133CF85}" type="slidenum">
              <a:rPr lang="en-US" smtClean="0"/>
              <a:t>‹#›</a:t>
            </a:fld>
            <a:endParaRPr lang="en-US"/>
          </a:p>
        </p:txBody>
      </p:sp>
    </p:spTree>
    <p:extLst>
      <p:ext uri="{BB962C8B-B14F-4D97-AF65-F5344CB8AC3E}">
        <p14:creationId xmlns:p14="http://schemas.microsoft.com/office/powerpoint/2010/main" val="231166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235930-C214-F78F-F75C-218852A169A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684DBD9-75BA-6154-7ABE-1BE6CADEB9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331508-930C-F1D7-DC70-C73AB158E198}"/>
              </a:ext>
            </a:extLst>
          </p:cNvPr>
          <p:cNvSpPr>
            <a:spLocks noGrp="1"/>
          </p:cNvSpPr>
          <p:nvPr>
            <p:ph type="dt" sz="half" idx="10"/>
          </p:nvPr>
        </p:nvSpPr>
        <p:spPr/>
        <p:txBody>
          <a:bodyPr/>
          <a:lstStyle/>
          <a:p>
            <a:fld id="{F109482D-FF5A-4E2F-96F0-3891865C6F20}" type="datetimeFigureOut">
              <a:rPr lang="en-US" smtClean="0"/>
              <a:t>4/17/2026</a:t>
            </a:fld>
            <a:endParaRPr lang="en-US"/>
          </a:p>
        </p:txBody>
      </p:sp>
      <p:sp>
        <p:nvSpPr>
          <p:cNvPr id="5" name="Footer Placeholder 4">
            <a:extLst>
              <a:ext uri="{FF2B5EF4-FFF2-40B4-BE49-F238E27FC236}">
                <a16:creationId xmlns:a16="http://schemas.microsoft.com/office/drawing/2014/main" id="{D692E9E8-7823-277A-B6D6-D148E758AE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D5E7DF-5480-D38E-86A5-2554B5C1149F}"/>
              </a:ext>
            </a:extLst>
          </p:cNvPr>
          <p:cNvSpPr>
            <a:spLocks noGrp="1"/>
          </p:cNvSpPr>
          <p:nvPr>
            <p:ph type="sldNum" sz="quarter" idx="12"/>
          </p:nvPr>
        </p:nvSpPr>
        <p:spPr/>
        <p:txBody>
          <a:bodyPr/>
          <a:lstStyle/>
          <a:p>
            <a:fld id="{C510860A-26F7-44BD-A6E8-62EA4133CF85}" type="slidenum">
              <a:rPr lang="en-US" smtClean="0"/>
              <a:t>‹#›</a:t>
            </a:fld>
            <a:endParaRPr lang="en-US"/>
          </a:p>
        </p:txBody>
      </p:sp>
    </p:spTree>
    <p:extLst>
      <p:ext uri="{BB962C8B-B14F-4D97-AF65-F5344CB8AC3E}">
        <p14:creationId xmlns:p14="http://schemas.microsoft.com/office/powerpoint/2010/main" val="92168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04FD71-9034-E839-CB35-414D0A85D0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338A12-4BFF-699C-2914-05DFC9E4F7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0F2758-BDCD-26AF-76D6-EC46FE2DD3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09482D-FF5A-4E2F-96F0-3891865C6F20}" type="datetimeFigureOut">
              <a:rPr lang="en-US" smtClean="0"/>
              <a:t>4/17/2026</a:t>
            </a:fld>
            <a:endParaRPr lang="en-US"/>
          </a:p>
        </p:txBody>
      </p:sp>
      <p:sp>
        <p:nvSpPr>
          <p:cNvPr id="5" name="Footer Placeholder 4">
            <a:extLst>
              <a:ext uri="{FF2B5EF4-FFF2-40B4-BE49-F238E27FC236}">
                <a16:creationId xmlns:a16="http://schemas.microsoft.com/office/drawing/2014/main" id="{C3B2C457-B7AA-B807-9C62-A92BEC2464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41B4690-24F1-CEC5-2584-0D4D13E736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510860A-26F7-44BD-A6E8-62EA4133CF85}" type="slidenum">
              <a:rPr lang="en-US" smtClean="0"/>
              <a:t>‹#›</a:t>
            </a:fld>
            <a:endParaRPr lang="en-US"/>
          </a:p>
        </p:txBody>
      </p:sp>
    </p:spTree>
    <p:extLst>
      <p:ext uri="{BB962C8B-B14F-4D97-AF65-F5344CB8AC3E}">
        <p14:creationId xmlns:p14="http://schemas.microsoft.com/office/powerpoint/2010/main" val="3714718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9686F827-4433-7D0D-0ACC-1BB20BB33E96}"/>
              </a:ext>
            </a:extLst>
          </p:cNvPr>
          <p:cNvSpPr>
            <a:spLocks noGrp="1"/>
          </p:cNvSpPr>
          <p:nvPr>
            <p:ph type="ctrTitle"/>
          </p:nvPr>
        </p:nvSpPr>
        <p:spPr>
          <a:xfrm>
            <a:off x="1314824" y="735106"/>
            <a:ext cx="10053763" cy="2928470"/>
          </a:xfrm>
        </p:spPr>
        <p:txBody>
          <a:bodyPr anchor="b">
            <a:normAutofit/>
          </a:bodyPr>
          <a:lstStyle/>
          <a:p>
            <a:pPr algn="l"/>
            <a:r>
              <a:rPr lang="en-US" sz="4800">
                <a:solidFill>
                  <a:srgbClr val="FFFFFF"/>
                </a:solidFill>
              </a:rPr>
              <a:t>DriverPass System Design</a:t>
            </a:r>
          </a:p>
        </p:txBody>
      </p:sp>
      <p:sp>
        <p:nvSpPr>
          <p:cNvPr id="3" name="Subtitle 2">
            <a:extLst>
              <a:ext uri="{FF2B5EF4-FFF2-40B4-BE49-F238E27FC236}">
                <a16:creationId xmlns:a16="http://schemas.microsoft.com/office/drawing/2014/main" id="{65C977A7-7907-DDDA-C0C8-F4A5736BC512}"/>
              </a:ext>
            </a:extLst>
          </p:cNvPr>
          <p:cNvSpPr>
            <a:spLocks noGrp="1"/>
          </p:cNvSpPr>
          <p:nvPr>
            <p:ph type="subTitle" idx="1"/>
          </p:nvPr>
        </p:nvSpPr>
        <p:spPr>
          <a:xfrm>
            <a:off x="1350682" y="4870824"/>
            <a:ext cx="10005951" cy="1458258"/>
          </a:xfrm>
        </p:spPr>
        <p:txBody>
          <a:bodyPr anchor="ctr">
            <a:normAutofit/>
          </a:bodyPr>
          <a:lstStyle/>
          <a:p>
            <a:pPr algn="l"/>
            <a:r>
              <a:rPr lang="en-US" dirty="0"/>
              <a:t>Jeremiah (Jay) Case</a:t>
            </a:r>
            <a:endParaRPr lang="en-US"/>
          </a:p>
          <a:p>
            <a:pPr algn="l"/>
            <a:r>
              <a:rPr lang="en-US" dirty="0"/>
              <a:t>CS 255</a:t>
            </a:r>
            <a:endParaRPr lang="en-US"/>
          </a:p>
          <a:p>
            <a:pPr algn="l"/>
            <a:r>
              <a:rPr lang="en-US" dirty="0"/>
              <a:t>Southern New Hampshire University</a:t>
            </a:r>
            <a:endParaRPr lang="en-US"/>
          </a:p>
        </p:txBody>
      </p:sp>
    </p:spTree>
    <p:extLst>
      <p:ext uri="{BB962C8B-B14F-4D97-AF65-F5344CB8AC3E}">
        <p14:creationId xmlns:p14="http://schemas.microsoft.com/office/powerpoint/2010/main" val="2502657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7242F8E-2BC7-9462-E018-754C28C788C8}"/>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System Description</a:t>
            </a:r>
          </a:p>
        </p:txBody>
      </p:sp>
      <p:graphicFrame>
        <p:nvGraphicFramePr>
          <p:cNvPr id="5" name="Content Placeholder 2">
            <a:extLst>
              <a:ext uri="{FF2B5EF4-FFF2-40B4-BE49-F238E27FC236}">
                <a16:creationId xmlns:a16="http://schemas.microsoft.com/office/drawing/2014/main" id="{76262D9D-62ED-A3F3-ADF6-BDB92EB51B71}"/>
              </a:ext>
            </a:extLst>
          </p:cNvPr>
          <p:cNvGraphicFramePr>
            <a:graphicFrameLocks noGrp="1"/>
          </p:cNvGraphicFramePr>
          <p:nvPr>
            <p:ph idx="1"/>
            <p:extLst>
              <p:ext uri="{D42A27DB-BD31-4B8C-83A1-F6EECF244321}">
                <p14:modId xmlns:p14="http://schemas.microsoft.com/office/powerpoint/2010/main" val="391966711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66686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DA7EFD-8751-AB60-3047-552239D46934}"/>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System Requirements</a:t>
            </a:r>
          </a:p>
        </p:txBody>
      </p:sp>
      <p:sp>
        <p:nvSpPr>
          <p:cNvPr id="3" name="Content Placeholder 2">
            <a:extLst>
              <a:ext uri="{FF2B5EF4-FFF2-40B4-BE49-F238E27FC236}">
                <a16:creationId xmlns:a16="http://schemas.microsoft.com/office/drawing/2014/main" id="{91BDF148-EA1D-5A9C-B38F-292BB6BF9861}"/>
              </a:ext>
            </a:extLst>
          </p:cNvPr>
          <p:cNvSpPr>
            <a:spLocks noGrp="1"/>
          </p:cNvSpPr>
          <p:nvPr>
            <p:ph idx="1"/>
          </p:nvPr>
        </p:nvSpPr>
        <p:spPr>
          <a:xfrm>
            <a:off x="1371599" y="2318197"/>
            <a:ext cx="9724031" cy="3683358"/>
          </a:xfrm>
        </p:spPr>
        <p:txBody>
          <a:bodyPr anchor="ctr">
            <a:normAutofit/>
          </a:bodyPr>
          <a:lstStyle/>
          <a:p>
            <a:r>
              <a:rPr lang="en-US" sz="2000"/>
              <a:t>Users can create accounts</a:t>
            </a:r>
          </a:p>
          <a:p>
            <a:r>
              <a:rPr lang="en-US" sz="2000"/>
              <a:t>Users can schedule driving lessons</a:t>
            </a:r>
          </a:p>
          <a:p>
            <a:r>
              <a:rPr lang="en-US" sz="2000"/>
              <a:t>Secure login system</a:t>
            </a:r>
          </a:p>
          <a:p>
            <a:r>
              <a:rPr lang="en-US" sz="2000"/>
              <a:t>Supports multiple users</a:t>
            </a:r>
          </a:p>
        </p:txBody>
      </p:sp>
    </p:spTree>
    <p:extLst>
      <p:ext uri="{BB962C8B-B14F-4D97-AF65-F5344CB8AC3E}">
        <p14:creationId xmlns:p14="http://schemas.microsoft.com/office/powerpoint/2010/main" val="3244521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C994D71-F57A-6338-3230-B9634ECB03F7}"/>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Use Case Diagram</a:t>
            </a:r>
          </a:p>
        </p:txBody>
      </p:sp>
      <p:pic>
        <p:nvPicPr>
          <p:cNvPr id="5" name="Content Placeholder 4">
            <a:extLst>
              <a:ext uri="{FF2B5EF4-FFF2-40B4-BE49-F238E27FC236}">
                <a16:creationId xmlns:a16="http://schemas.microsoft.com/office/drawing/2014/main" id="{279BFB8E-1050-4BFE-8995-2AD9727AF15F}"/>
              </a:ext>
            </a:extLst>
          </p:cNvPr>
          <p:cNvPicPr>
            <a:picLocks noGrp="1" noChangeAspect="1"/>
          </p:cNvPicPr>
          <p:nvPr>
            <p:ph idx="1"/>
          </p:nvPr>
        </p:nvPicPr>
        <p:blipFill>
          <a:blip r:embed="rId3"/>
          <a:stretch>
            <a:fillRect/>
          </a:stretch>
        </p:blipFill>
        <p:spPr>
          <a:xfrm>
            <a:off x="5146088" y="467208"/>
            <a:ext cx="5938428" cy="5923584"/>
          </a:xfrm>
          <a:prstGeom prst="rect">
            <a:avLst/>
          </a:prstGeom>
        </p:spPr>
      </p:pic>
    </p:spTree>
    <p:extLst>
      <p:ext uri="{BB962C8B-B14F-4D97-AF65-F5344CB8AC3E}">
        <p14:creationId xmlns:p14="http://schemas.microsoft.com/office/powerpoint/2010/main" val="3694015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E7F18FA-5624-0E77-9319-570C612D9146}"/>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Activity Diagram</a:t>
            </a:r>
          </a:p>
        </p:txBody>
      </p:sp>
      <p:pic>
        <p:nvPicPr>
          <p:cNvPr id="5" name="Content Placeholder 4">
            <a:extLst>
              <a:ext uri="{FF2B5EF4-FFF2-40B4-BE49-F238E27FC236}">
                <a16:creationId xmlns:a16="http://schemas.microsoft.com/office/drawing/2014/main" id="{F46C8A59-C027-888C-C1C2-030325B6E826}"/>
              </a:ext>
            </a:extLst>
          </p:cNvPr>
          <p:cNvPicPr>
            <a:picLocks noGrp="1" noChangeAspect="1"/>
          </p:cNvPicPr>
          <p:nvPr>
            <p:ph idx="1"/>
          </p:nvPr>
        </p:nvPicPr>
        <p:blipFill>
          <a:blip r:embed="rId3"/>
          <a:stretch>
            <a:fillRect/>
          </a:stretch>
        </p:blipFill>
        <p:spPr>
          <a:xfrm>
            <a:off x="6627002" y="467208"/>
            <a:ext cx="2976600" cy="5923584"/>
          </a:xfrm>
          <a:prstGeom prst="rect">
            <a:avLst/>
          </a:prstGeom>
        </p:spPr>
      </p:pic>
    </p:spTree>
    <p:extLst>
      <p:ext uri="{BB962C8B-B14F-4D97-AF65-F5344CB8AC3E}">
        <p14:creationId xmlns:p14="http://schemas.microsoft.com/office/powerpoint/2010/main" val="2203431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2E6E515-5F06-87F0-962D-AECEAAD1D0FF}"/>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Sequence Diagram</a:t>
            </a:r>
          </a:p>
        </p:txBody>
      </p:sp>
      <p:pic>
        <p:nvPicPr>
          <p:cNvPr id="4" name="Content Placeholder 3">
            <a:extLst>
              <a:ext uri="{FF2B5EF4-FFF2-40B4-BE49-F238E27FC236}">
                <a16:creationId xmlns:a16="http://schemas.microsoft.com/office/drawing/2014/main" id="{583ADEED-1B19-9742-8703-2E9C1B8D021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bwMode="auto">
          <a:xfrm>
            <a:off x="4851620" y="467208"/>
            <a:ext cx="6527364" cy="5923584"/>
          </a:xfrm>
          <a:prstGeom prst="rect">
            <a:avLst/>
          </a:prstGeom>
          <a:noFill/>
        </p:spPr>
      </p:pic>
    </p:spTree>
    <p:extLst>
      <p:ext uri="{BB962C8B-B14F-4D97-AF65-F5344CB8AC3E}">
        <p14:creationId xmlns:p14="http://schemas.microsoft.com/office/powerpoint/2010/main" val="39938639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991819-A83B-91E0-36C6-8B6D0A60607D}"/>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Security</a:t>
            </a:r>
          </a:p>
        </p:txBody>
      </p:sp>
      <p:sp>
        <p:nvSpPr>
          <p:cNvPr id="3" name="Content Placeholder 2">
            <a:extLst>
              <a:ext uri="{FF2B5EF4-FFF2-40B4-BE49-F238E27FC236}">
                <a16:creationId xmlns:a16="http://schemas.microsoft.com/office/drawing/2014/main" id="{9276190E-BB77-3EB1-2BFA-45506C069A4B}"/>
              </a:ext>
            </a:extLst>
          </p:cNvPr>
          <p:cNvSpPr>
            <a:spLocks noGrp="1"/>
          </p:cNvSpPr>
          <p:nvPr>
            <p:ph idx="1"/>
          </p:nvPr>
        </p:nvSpPr>
        <p:spPr>
          <a:xfrm>
            <a:off x="4810259" y="649480"/>
            <a:ext cx="6555347" cy="5546047"/>
          </a:xfrm>
        </p:spPr>
        <p:txBody>
          <a:bodyPr anchor="ctr">
            <a:normAutofit/>
          </a:bodyPr>
          <a:lstStyle/>
          <a:p>
            <a:r>
              <a:rPr lang="en-US" sz="2000"/>
              <a:t>Secure login credentials</a:t>
            </a:r>
          </a:p>
          <a:p>
            <a:r>
              <a:rPr lang="en-US" sz="2000"/>
              <a:t>Protect personal data</a:t>
            </a:r>
          </a:p>
          <a:p>
            <a:r>
              <a:rPr lang="en-US" sz="2000"/>
              <a:t>Role-based access</a:t>
            </a:r>
          </a:p>
          <a:p>
            <a:r>
              <a:rPr lang="en-US" sz="2000"/>
              <a:t>Safe data storage</a:t>
            </a:r>
          </a:p>
        </p:txBody>
      </p:sp>
    </p:spTree>
    <p:extLst>
      <p:ext uri="{BB962C8B-B14F-4D97-AF65-F5344CB8AC3E}">
        <p14:creationId xmlns:p14="http://schemas.microsoft.com/office/powerpoint/2010/main" val="236824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80D1C2-0266-ACAA-D8EA-36173D42C124}"/>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System Limitations</a:t>
            </a:r>
          </a:p>
        </p:txBody>
      </p:sp>
      <p:sp>
        <p:nvSpPr>
          <p:cNvPr id="3" name="Content Placeholder 2">
            <a:extLst>
              <a:ext uri="{FF2B5EF4-FFF2-40B4-BE49-F238E27FC236}">
                <a16:creationId xmlns:a16="http://schemas.microsoft.com/office/drawing/2014/main" id="{0D70BBAD-784A-A24D-440D-D168C2D9F8C1}"/>
              </a:ext>
            </a:extLst>
          </p:cNvPr>
          <p:cNvSpPr>
            <a:spLocks noGrp="1"/>
          </p:cNvSpPr>
          <p:nvPr>
            <p:ph idx="1"/>
          </p:nvPr>
        </p:nvSpPr>
        <p:spPr>
          <a:xfrm>
            <a:off x="4810259" y="649480"/>
            <a:ext cx="6555347" cy="5546047"/>
          </a:xfrm>
        </p:spPr>
        <p:txBody>
          <a:bodyPr anchor="ctr">
            <a:normAutofit/>
          </a:bodyPr>
          <a:lstStyle/>
          <a:p>
            <a:r>
              <a:rPr lang="en-US" sz="2000"/>
              <a:t>Requires internet access</a:t>
            </a:r>
          </a:p>
          <a:p>
            <a:r>
              <a:rPr lang="en-US" sz="2000"/>
              <a:t>Dependent on system availability</a:t>
            </a:r>
          </a:p>
          <a:p>
            <a:r>
              <a:rPr lang="en-US" sz="2000"/>
              <a:t>Limited to supported devices</a:t>
            </a:r>
          </a:p>
          <a:p>
            <a:r>
              <a:rPr lang="en-US" sz="2000"/>
              <a:t>Requires updates over time</a:t>
            </a:r>
          </a:p>
        </p:txBody>
      </p:sp>
    </p:spTree>
    <p:extLst>
      <p:ext uri="{BB962C8B-B14F-4D97-AF65-F5344CB8AC3E}">
        <p14:creationId xmlns:p14="http://schemas.microsoft.com/office/powerpoint/2010/main" val="3267177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0C4080-BC63-6F46-951A-585F044D1615}"/>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System Design Overview</a:t>
            </a:r>
          </a:p>
        </p:txBody>
      </p:sp>
      <p:sp>
        <p:nvSpPr>
          <p:cNvPr id="3" name="Content Placeholder 2">
            <a:extLst>
              <a:ext uri="{FF2B5EF4-FFF2-40B4-BE49-F238E27FC236}">
                <a16:creationId xmlns:a16="http://schemas.microsoft.com/office/drawing/2014/main" id="{76C4C0B1-09F4-CA88-3216-7F4D0E79D283}"/>
              </a:ext>
            </a:extLst>
          </p:cNvPr>
          <p:cNvSpPr>
            <a:spLocks noGrp="1"/>
          </p:cNvSpPr>
          <p:nvPr>
            <p:ph idx="1"/>
          </p:nvPr>
        </p:nvSpPr>
        <p:spPr>
          <a:xfrm>
            <a:off x="4810259" y="649480"/>
            <a:ext cx="6555347" cy="5546047"/>
          </a:xfrm>
        </p:spPr>
        <p:txBody>
          <a:bodyPr anchor="ctr">
            <a:normAutofit/>
          </a:bodyPr>
          <a:lstStyle/>
          <a:p>
            <a:r>
              <a:rPr lang="en-US" sz="2000" dirty="0"/>
              <a:t>User-friendly system</a:t>
            </a:r>
          </a:p>
          <a:p>
            <a:r>
              <a:rPr lang="en-US" sz="2000" dirty="0"/>
              <a:t>Supports scheduling and training</a:t>
            </a:r>
          </a:p>
          <a:p>
            <a:r>
              <a:rPr lang="en-US" sz="2000" dirty="0"/>
              <a:t>Scalable cloud-based design</a:t>
            </a:r>
          </a:p>
        </p:txBody>
      </p:sp>
    </p:spTree>
    <p:extLst>
      <p:ext uri="{BB962C8B-B14F-4D97-AF65-F5344CB8AC3E}">
        <p14:creationId xmlns:p14="http://schemas.microsoft.com/office/powerpoint/2010/main" val="36459913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TotalTime>
  <Words>603</Words>
  <Application>Microsoft Office PowerPoint</Application>
  <PresentationFormat>Widescreen</PresentationFormat>
  <Paragraphs>49</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DriverPass System Design</vt:lpstr>
      <vt:lpstr>System Description</vt:lpstr>
      <vt:lpstr>System Requirements</vt:lpstr>
      <vt:lpstr>Use Case Diagram</vt:lpstr>
      <vt:lpstr>Activity Diagram</vt:lpstr>
      <vt:lpstr>Sequence Diagram</vt:lpstr>
      <vt:lpstr>Security</vt:lpstr>
      <vt:lpstr>System Limitations</vt:lpstr>
      <vt:lpstr>System Design Overview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Jeremiah Case</dc:creator>
  <cp:lastModifiedBy>Jeremiah Case</cp:lastModifiedBy>
  <cp:revision>1</cp:revision>
  <dcterms:created xsi:type="dcterms:W3CDTF">2026-04-16T15:04:01Z</dcterms:created>
  <dcterms:modified xsi:type="dcterms:W3CDTF">2026-04-17T18:34:35Z</dcterms:modified>
</cp:coreProperties>
</file>